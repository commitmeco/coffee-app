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0" cy="274320"/>
          </a:xfrm>
          <a:prstGeom prst="ellipse">
            <a:avLst/>
          </a:prstGeom>
          <a:solidFill>
            <a:srgbClr val="E8C9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VS Code &amp; the Coffee App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overview for new collaborators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Team  |  April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384048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7955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298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34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GitHub &amp; VS Code?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842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your tools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7004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606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 workflow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3558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Coffee App locally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F5E6D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04164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3977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&amp; how to fix them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GitHub &amp; VS Code?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371600"/>
            <a:ext cx="594360" cy="594360"/>
          </a:xfrm>
          <a:prstGeom prst="ellipse">
            <a:avLst/>
          </a:prstGeom>
          <a:solidFill>
            <a:srgbClr val="3E272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14400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Google Docs for code. Multiple people can work on the same project without overwriting each other's work. Every change is tracked, so nothing is ever lost.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46320" y="118872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846320" y="1188720"/>
            <a:ext cx="3657600" cy="54864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3" name="Shape 9"/>
          <p:cNvSpPr/>
          <p:nvPr/>
        </p:nvSpPr>
        <p:spPr>
          <a:xfrm>
            <a:off x="5029200" y="1371600"/>
            <a:ext cx="594360" cy="594360"/>
          </a:xfrm>
          <a:prstGeom prst="ellipse">
            <a:avLst/>
          </a:prstGeom>
          <a:solidFill>
            <a:srgbClr val="6B8F7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1463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6072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5120640" y="2103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code editor by Microsoft. Built-in Git support, terminal, and extensions. You don't need to be a programmer to use it.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2062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 in VS Code, then push changes to GitHub for the team to see.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Need to Install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457200" cy="4572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188720"/>
            <a:ext cx="69494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63040" y="1965960"/>
            <a:ext cx="69494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916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git-scm.com/downloads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63040" y="2743200"/>
            <a:ext cx="69494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9164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(v18+)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788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(LTS version)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3E27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63040" y="3520440"/>
            <a:ext cx="69494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916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3566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(ask team lead for access)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install steps are in the Getting Started Guide PDF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Setup: Key Extensions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F7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8F7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ESLint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Catches errors as you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Prettier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Auto-formats your 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Tailwind CSS IntelliSense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Autocompletes class names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GitLens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Shows who changed each 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 Lens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Inline error/warning display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 Shortcuts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576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Shortcut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Cmd/Ctrl + `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Open terminal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Cmd/Ctrl + 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Quick file open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Cmd/Ctrl + Shift + 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Command palette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Cloning the Coffee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code onto your computer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repo on GitHub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737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green Code button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HTTPS URL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github.com/team/coffee-app.git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Code: Cmd+Shift+P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"Git: Clone" and paste the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931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src/, public/, package.json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solidFill>
            <a:srgbClr val="2D201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https://github.com/your-team/coffee-app.git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the App Locally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822960" cy="91440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280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all the project's libraries (first time only)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331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331720"/>
            <a:ext cx="822960" cy="91440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2423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2880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app — view it at localhost:3000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474720"/>
            <a:ext cx="822960" cy="914400"/>
          </a:xfrm>
          <a:prstGeom prst="rect">
            <a:avLst/>
          </a:prstGeom>
          <a:solidFill>
            <a:srgbClr val="3E27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033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C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3977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the running server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A8C5AD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auto-refreshes when you save a file — instant feedback!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Git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you'll follow every time you make a 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14884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60320" y="1828800"/>
            <a:ext cx="914400" cy="9144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488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06240" y="1828800"/>
            <a:ext cx="914400" cy="914400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12" name="Text 8"/>
          <p:cNvSpPr/>
          <p:nvPr/>
        </p:nvSpPr>
        <p:spPr>
          <a:xfrm>
            <a:off x="42062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14884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852160" y="1828800"/>
            <a:ext cx="914400" cy="91440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15" name="Text 10"/>
          <p:cNvSpPr/>
          <p:nvPr/>
        </p:nvSpPr>
        <p:spPr>
          <a:xfrm>
            <a:off x="58521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1488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98080" y="1828800"/>
            <a:ext cx="914400" cy="9144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18" name="Text 12"/>
          <p:cNvSpPr/>
          <p:nvPr/>
        </p:nvSpPr>
        <p:spPr>
          <a:xfrm>
            <a:off x="749808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315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256032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workspace with git checkout -b your-name/feature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152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+ Commit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2560320" y="3703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changes, then save a snapshot with git add . &amp;&amp; git commit -m "message"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315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PR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256032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GitHub with git push, then open a Pull Request for review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Requests &amp; Code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 is a conversation about your code — not a test you pass or fail.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74904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an Author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PRs small and focused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clear description of what &amp; why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for visual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every comment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749040" cy="54864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Reviewer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kind and constructive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questions, don't demand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clarity and consistency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when satisfied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Issues &amp; Fixes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2723"/>
                          </a:solidFill>
                        </a:rPr>
                        <a:t>"Your branch is behind"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 origin main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2723"/>
                          </a:solidFill>
                        </a:rPr>
                        <a:t>Merge conflict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VS Code highlights it. Pick which version to keep, then commit.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2723"/>
                          </a:solidFill>
                        </a:rPr>
                        <a:t>npm install errors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Delete node_modules/ and package-lock.json, then npm install again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2723"/>
                          </a:solidFill>
                        </a:rPr>
                        <a:t>Port 3000 in 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dev -- -p 3001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E2723"/>
                          </a:solidFill>
                        </a:rPr>
                        <a:t>Changes not showing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95548"/>
                          </a:solidFill>
                        </a:rPr>
                        <a:t>Hard refresh: Cmd+Shift+R (Mac) or Ctrl+Shift+R (Windows)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A8C5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3308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4023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ask for help! There are no silly questions.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Reference Cheat Sheet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7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See what files have changed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Stage all changes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"msg"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Save a snapshot with 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Upload to GitHub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Download latest from GitHub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checkout -b 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Create and switch to new branch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install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Install project dependencies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E272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dev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95548"/>
                          </a:solidFill>
                        </a:rPr>
                        <a:t>Start the app at localhost:3000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9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795548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57200"/>
            <a:ext cx="274320" cy="274320"/>
          </a:xfrm>
          <a:prstGeom prst="ellipse">
            <a:avLst/>
          </a:prstGeom>
          <a:solidFill>
            <a:srgbClr val="E8C9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Ready to Contribute!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2860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Getting Started Guide PDF for detailed walkthroughs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and run npm install &amp;&amp; npm run dev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first branch and make a small change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GitHub Discussions or Slack!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88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Team  |  April 2026  |  commitme.co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384048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3566160"/>
            <a:ext cx="365760" cy="365760"/>
          </a:xfrm>
          <a:prstGeom prst="ellipse">
            <a:avLst/>
          </a:prstGeom>
          <a:solidFill>
            <a:srgbClr val="79554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Started: GitHub, VS Code &amp; the Coffee App</dc:title>
  <dc:subject>PptxGenJS Presentation</dc:subject>
  <dc:creator>Coffee App Team</dc:creator>
  <cp:lastModifiedBy>Coffee App Team</cp:lastModifiedBy>
  <cp:revision>1</cp:revision>
  <dcterms:created xsi:type="dcterms:W3CDTF">2026-04-10T18:49:20Z</dcterms:created>
  <dcterms:modified xsi:type="dcterms:W3CDTF">2026-04-10T18:49:20Z</dcterms:modified>
</cp:coreProperties>
</file>