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754880" cy="4754880"/>
          </a:xfrm>
          <a:prstGeom prst="ellipse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3474720" cy="3474720"/>
          </a:xfrm>
          <a:prstGeom prst="ellipse">
            <a:avLst/>
          </a:prstGeom>
          <a:solidFill>
            <a:srgbClr val="2B1810"/>
          </a:solidFill>
          <a:ln w="12700">
            <a:solidFill>
              <a:srgbClr val="F5EB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— DESIGN OPS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5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Review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5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Revision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0A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multi-agent workflow for the team behind the cup.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548640" cy="27432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· Five disciplines · Zero comments dropped.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Neuhoff   ·   April 24,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01  ·  THE MOMENT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Friday,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afternoon.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65760" cy="27432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reviewers just spent an hour in the app. Designers, researchers, a PM, a writer, an engineer. Everyone saw something different.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-240000">
            <a:off x="5303520" y="1097280"/>
            <a:ext cx="640080" cy="777240"/>
          </a:xfrm>
          <a:prstGeom prst="rect">
            <a:avLst/>
          </a:prstGeom>
          <a:solidFill>
            <a:srgbClr val="EADFC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180000">
            <a:off x="6080760" y="1097280"/>
            <a:ext cx="640080" cy="777240"/>
          </a:xfrm>
          <a:prstGeom prst="rect">
            <a:avLst/>
          </a:prstGeom>
          <a:solidFill>
            <a:srgbClr val="E0A96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-240000">
            <a:off x="6858000" y="1097280"/>
            <a:ext cx="640080" cy="777240"/>
          </a:xfrm>
          <a:prstGeom prst="rect">
            <a:avLst/>
          </a:prstGeom>
          <a:solidFill>
            <a:srgbClr val="8A9A7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180000">
            <a:off x="7635240" y="1097280"/>
            <a:ext cx="640080" cy="777240"/>
          </a:xfrm>
          <a:prstGeom prst="rect">
            <a:avLst/>
          </a:prstGeom>
          <a:solidFill>
            <a:srgbClr val="E0A96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-240000">
            <a:off x="5303520" y="2057400"/>
            <a:ext cx="640080" cy="777240"/>
          </a:xfrm>
          <a:prstGeom prst="rect">
            <a:avLst/>
          </a:prstGeom>
          <a:solidFill>
            <a:srgbClr val="EADFC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rot="180000">
            <a:off x="6080760" y="2057400"/>
            <a:ext cx="640080" cy="777240"/>
          </a:xfrm>
          <a:prstGeom prst="rect">
            <a:avLst/>
          </a:prstGeom>
          <a:solidFill>
            <a:srgbClr val="C8823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-240000">
            <a:off x="6858000" y="2057400"/>
            <a:ext cx="640080" cy="777240"/>
          </a:xfrm>
          <a:prstGeom prst="rect">
            <a:avLst/>
          </a:prstGeom>
          <a:solidFill>
            <a:srgbClr val="8A9A7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694944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shared context.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the loom of Monday.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02  ·  BEFORE &amp; AFTER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loop was a bottleneck. The new one is a fan-out.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3017520"/>
          </a:xfrm>
          <a:prstGeom prst="rect">
            <a:avLst/>
          </a:prstGeom>
          <a:solidFill>
            <a:srgbClr val="FAF4E8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73152" cy="3017520"/>
          </a:xfrm>
          <a:prstGeom prst="rect">
            <a:avLst/>
          </a:prstGeom>
          <a:solidFill>
            <a:srgbClr val="8C7D6E"/>
          </a:solidFill>
          <a:ln w="12700">
            <a:solidFill>
              <a:srgbClr val="8C7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person, one inbox.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manually re-routes every comment.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blocks on PM. PM blocks on research.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gets an afterthought pass.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Nits outlive the cycle.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A9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00200"/>
            <a:ext cx="73152" cy="3017520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Tagged once, routed forever.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comment carries its own discipline + severity.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discipline runs in parallel — no single owner.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gates the work that needs evidence.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drops — even nits log to backlog.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03  ·  THE REVIEW DOCUMENT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comment travels with its own address.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846320" cy="3017520"/>
          </a:xfrm>
          <a:prstGeom prst="rect">
            <a:avLst/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2026-04-24-design-review.md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EB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Jordan P. 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`@research`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8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`[blocker]`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do not understand the Score filter. 3/5 asked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 of what?" and one assumed it was price. We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either a tooltip (cheap) or a rethink of how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score is explained.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a comment carries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2221992"/>
            <a:ext cx="182880" cy="182880"/>
          </a:xfrm>
          <a:prstGeom prst="ellipse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voice. Feedback stays attributed.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816352"/>
            <a:ext cx="182880" cy="182880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@discipline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picks it up. Routes the work.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410712"/>
            <a:ext cx="182880" cy="182880"/>
          </a:xfrm>
          <a:prstGeom prst="ellipse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[severity]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urgent. Gates the cycle.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4005072"/>
            <a:ext cx="182880" cy="182880"/>
          </a:xfrm>
          <a:prstGeom prst="ellipse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surface. Context for the fix.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04  ·  THE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review to revision plan.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74520" y="2331720"/>
            <a:ext cx="1188720" cy="0"/>
          </a:xfrm>
          <a:prstGeom prst="line">
            <a:avLst/>
          </a:prstGeom>
          <a:noFill/>
          <a:ln w="19050">
            <a:solidFill>
              <a:srgbClr val="E0A96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51560" y="1920240"/>
            <a:ext cx="822960" cy="8229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comment becomes a row: id, reviewer, discipline, severity, surface.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2331720"/>
            <a:ext cx="1188720" cy="0"/>
          </a:xfrm>
          <a:prstGeom prst="line">
            <a:avLst/>
          </a:prstGeom>
          <a:noFill/>
          <a:ln w="19050">
            <a:solidFill>
              <a:srgbClr val="E0A96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063240" y="1920240"/>
            <a:ext cx="822960" cy="8229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3291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decide the agent. Severity decides the urgency.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2331720"/>
            <a:ext cx="1188720" cy="0"/>
          </a:xfrm>
          <a:prstGeom prst="line">
            <a:avLst/>
          </a:prstGeom>
          <a:noFill/>
          <a:ln w="19050">
            <a:solidFill>
              <a:srgbClr val="E0A96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74920" y="1920240"/>
            <a:ext cx="822960" cy="8229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first. PM framing. Design. Copy. Eng in parallel.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1920240"/>
            <a:ext cx="822960" cy="8229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revision plan writes itself — one workstream per discipline.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05  · 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tag knows its agent.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6093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609344" cy="109728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20240"/>
            <a:ext cx="237744" cy="237744"/>
          </a:xfrm>
          <a:prstGeom prst="ellipse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402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83464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user-research-synthesis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566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findings. Flag gaps. Gate design.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57984" y="1600200"/>
            <a:ext cx="16093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57984" y="1600200"/>
            <a:ext cx="1609344" cy="109728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9152" y="1920240"/>
            <a:ext cx="237744" cy="237744"/>
          </a:xfrm>
          <a:prstGeom prst="ellipse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22402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5915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9152" y="283464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canvas-design  +  system pass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59152" y="3566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+ interaction. Consolidate the system.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58768" y="1600200"/>
            <a:ext cx="16093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58768" y="1600200"/>
            <a:ext cx="1609344" cy="109728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59936" y="1920240"/>
            <a:ext cx="237744" cy="237744"/>
          </a:xfrm>
          <a:prstGeom prst="ellipse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22402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59936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59936" y="283464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brand-voice  +  copywriter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59936" y="3566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baseline, then per-surface revision.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59552" y="1600200"/>
            <a:ext cx="16093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59552" y="1600200"/>
            <a:ext cx="1609344" cy="109728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920240"/>
            <a:ext cx="237744" cy="237744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2402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283464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write-spec  /  roadmap-update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566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 sharp spec or a prioritization call.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0336" y="1600200"/>
            <a:ext cx="160934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0336" y="1600200"/>
            <a:ext cx="1609344" cy="109728"/>
          </a:xfrm>
          <a:prstGeom prst="rect">
            <a:avLst/>
          </a:prstGeom>
          <a:solidFill>
            <a:srgbClr val="A14A3A"/>
          </a:solidFill>
          <a:ln w="12700">
            <a:solidFill>
              <a:srgbClr val="A14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1504" y="1920240"/>
            <a:ext cx="237744" cy="237744"/>
          </a:xfrm>
          <a:prstGeom prst="ellipse">
            <a:avLst/>
          </a:prstGeom>
          <a:solidFill>
            <a:srgbClr val="A14A3A"/>
          </a:solidFill>
          <a:ln w="12700">
            <a:solidFill>
              <a:srgbClr val="A14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61504" y="224028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61504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61504" y="283464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ticket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61504" y="3566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Accessibility, perf, hydration — not a content skill.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maps to urgency:   </a:t>
            </a:r>
            <a:pPr algn="ctr" indent="0" marL="0">
              <a:buNone/>
            </a:pPr>
            <a:r>
              <a:rPr lang="en-US" sz="1000" b="1" dirty="0">
                <a:solidFill>
                  <a:srgbClr val="A1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[blocker] </a:t>
            </a:r>
            <a:pPr algn="ctr"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cycle   </a:t>
            </a:r>
            <a:pPr algn="ctr" indent="0" marL="0">
              <a:buNone/>
            </a:pPr>
            <a:r>
              <a:rPr lang="en-US" sz="1000" b="1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[major] </a:t>
            </a:r>
            <a:pPr algn="ctr"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  </a:t>
            </a:r>
            <a:pPr algn="ctr" indent="0" marL="0">
              <a:buNone/>
            </a:pPr>
            <a:r>
              <a:rPr lang="en-US" sz="1000" b="1" dirty="0">
                <a:solidFill>
                  <a:srgbClr val="8A9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[minor] </a:t>
            </a:r>
            <a:pPr algn="ctr"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pass   </a:t>
            </a:r>
            <a:pPr algn="ctr" indent="0" marL="0">
              <a:buNone/>
            </a:pPr>
            <a:r>
              <a:rPr lang="en-US" sz="1000" b="1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[nit] </a:t>
            </a:r>
            <a:pPr algn="ctr" indent="0" marL="0"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06  ·  SPEED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loop gets tighter.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365760" cy="27432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disciplines working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parallel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design, copy, PM, and eng pick up simultaneously.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783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0" dirty="0"/>
          </a:p>
        </p:txBody>
      </p:sp>
      <p:sp>
        <p:nvSpPr>
          <p:cNvPr id="12" name="Shape 10"/>
          <p:cNvSpPr/>
          <p:nvPr/>
        </p:nvSpPr>
        <p:spPr>
          <a:xfrm>
            <a:off x="3493008" y="3291840"/>
            <a:ext cx="365760" cy="27432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to go 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→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reads the MD, routes every comment, and writes the workstreams.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4496" y="1783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0" dirty="0"/>
          </a:p>
        </p:txBody>
      </p:sp>
      <p:sp>
        <p:nvSpPr>
          <p:cNvPr id="17" name="Shape 15"/>
          <p:cNvSpPr/>
          <p:nvPr/>
        </p:nvSpPr>
        <p:spPr>
          <a:xfrm>
            <a:off x="6300216" y="3291840"/>
            <a:ext cx="365760" cy="27432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dropped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cycles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nits log to backlog; blockers surface at the top.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07  ·  COLLABORATION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voice carries — nobody bottlenecks.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0" y="3017520"/>
            <a:ext cx="-3314700" cy="-845820"/>
          </a:xfrm>
          <a:prstGeom prst="line">
            <a:avLst/>
          </a:prstGeom>
          <a:noFill/>
          <a:ln w="15240">
            <a:solidFill>
              <a:srgbClr val="E0A96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0" y="3017520"/>
            <a:ext cx="3314700" cy="-845820"/>
          </a:xfrm>
          <a:prstGeom prst="line">
            <a:avLst/>
          </a:prstGeom>
          <a:noFill/>
          <a:ln w="15240">
            <a:solidFill>
              <a:srgbClr val="E0A96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0" y="3017520"/>
            <a:ext cx="0" cy="-1348740"/>
          </a:xfrm>
          <a:prstGeom prst="line">
            <a:avLst/>
          </a:prstGeom>
          <a:noFill/>
          <a:ln w="15240">
            <a:solidFill>
              <a:srgbClr val="E0A96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2000" y="3017520"/>
            <a:ext cx="-3314700" cy="982980"/>
          </a:xfrm>
          <a:prstGeom prst="line">
            <a:avLst/>
          </a:prstGeom>
          <a:noFill/>
          <a:ln w="15240">
            <a:solidFill>
              <a:srgbClr val="E0A96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3017520"/>
            <a:ext cx="3314700" cy="982980"/>
          </a:xfrm>
          <a:prstGeom prst="line">
            <a:avLst/>
          </a:prstGeom>
          <a:noFill/>
          <a:ln w="15240">
            <a:solidFill>
              <a:srgbClr val="E0A96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3035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reviewers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A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40 comments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A7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1901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52360" y="1737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8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901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176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8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@design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37660" y="123444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14A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37660" y="1399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37660" y="1673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4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5661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D281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730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005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52360" y="35661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442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3730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52360" y="4005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4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@copy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36576" cy="256032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"Maya's design-system call, Riya's copy pass, and Jordan's research gate all move at once."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08  ·  THE NARRATIVE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workflow borrows from the product.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are loops that learn.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2651760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DRINKER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→ Bean → Diary → Revisit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drinker finds their taste by loop: guess, try, record, come back. Each pass sharpens the next pour.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learns the drinker.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651760"/>
          </a:xfrm>
          <a:prstGeom prst="rect">
            <a:avLst/>
          </a:prstGeom>
          <a:solidFill>
            <a:srgbClr val="8A9A7B"/>
          </a:solidFill>
          <a:ln w="12700">
            <a:solidFill>
              <a:srgbClr val="8A9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D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→ Route → Plan → Run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finds the right revision by loop: critique, distribute, sequence, ship. Each pass sharpens the next cycle.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7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learns what to change.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· Design Review Workflow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834640"/>
            <a:ext cx="3474720" cy="3474720"/>
          </a:xfrm>
          <a:prstGeom prst="ellipse">
            <a:avLst/>
          </a:prstGeom>
          <a:solidFill>
            <a:srgbClr val="2B1810"/>
          </a:solidFill>
          <a:ln w="25400">
            <a:solidFill>
              <a:srgbClr val="C88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383280"/>
            <a:ext cx="2377440" cy="2377440"/>
          </a:xfrm>
          <a:prstGeom prst="ellipse">
            <a:avLst/>
          </a:prstGeom>
          <a:solidFill>
            <a:srgbClr val="2B1810"/>
          </a:solidFill>
          <a:ln w="12700">
            <a:solidFill>
              <a:srgbClr val="E0A9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228600" cy="36576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09  ·  START THE LOOP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5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5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prompt.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 into Claude with the reviews/ folder open.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6675120" cy="1005840"/>
          </a:xfrm>
          <a:prstGeom prst="rect">
            <a:avLst/>
          </a:prstGeom>
          <a:solidFill>
            <a:srgbClr val="3D2817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46120"/>
            <a:ext cx="73152" cy="1005840"/>
          </a:xfrm>
          <a:prstGeom prst="rect">
            <a:avLst/>
          </a:prstGeom>
          <a:solidFill>
            <a:srgbClr val="C8823C"/>
          </a:solidFill>
          <a:ln w="12700">
            <a:solidFill>
              <a:srgbClr val="C88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918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88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5EB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design review workflow on reviews/2026-04-24-design-review.md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playbook in reviews/WORKFLOW.md.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review is the seed. The workflow is the grind.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F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reviews/    ·    coffee-app/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Review to Revision</dc:title>
  <dc:subject>PptxGenJS Presentation</dc:subject>
  <dc:creator>Emily Neuhoff</dc:creator>
  <cp:lastModifiedBy>Emily Neuhoff</cp:lastModifiedBy>
  <cp:revision>1</cp:revision>
  <dcterms:created xsi:type="dcterms:W3CDTF">2026-04-24T16:56:52Z</dcterms:created>
  <dcterms:modified xsi:type="dcterms:W3CDTF">2026-04-24T16:56:52Z</dcterms:modified>
</cp:coreProperties>
</file>