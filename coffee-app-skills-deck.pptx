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046720" y="-4572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560320"/>
            <a:ext cx="137160" cy="1645920"/>
          </a:xfrm>
          <a:prstGeom prst="rect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E8C9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+ the Coffee App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2560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team of AI collaborators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VS Code, and four custom skills — working together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Neuhoff · April 2026 · Internal team preview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we're building this together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recap of where the work lives and how Claude fits 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2286000"/>
            <a:ext cx="3566160" cy="3657600"/>
          </a:xfrm>
          <a:prstGeom prst="rect">
            <a:avLst/>
          </a:prstGeom>
          <a:solidFill>
            <a:srgbClr val="3B2A1F"/>
          </a:solidFill>
          <a:ln w="12700">
            <a:solidFill>
              <a:srgbClr val="3B2A1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repo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7240" y="44348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PRs, and review. Everyone — designers, researchers, engineers — commits into one source of truth.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566160" cy="3657600"/>
          </a:xfrm>
          <a:prstGeom prst="rect">
            <a:avLst/>
          </a:prstGeom>
          <a:solidFill>
            <a:srgbClr val="3B2A1F"/>
          </a:solidFill>
          <a:ln w="12700">
            <a:solidFill>
              <a:srgbClr val="3B2A1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517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6344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work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663440" y="44348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editor of choice, with the Claude Code extension giving us an in-IDE collaborator on every file.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83880" y="2286000"/>
            <a:ext cx="3566160" cy="3657600"/>
          </a:xfrm>
          <a:prstGeom prst="rect">
            <a:avLst/>
          </a:prstGeom>
          <a:solidFill>
            <a:srgbClr val="3B2A1F"/>
          </a:solidFill>
          <a:ln w="12700">
            <a:solidFill>
              <a:srgbClr val="3B2A1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6517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54964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collaborator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549640" y="44348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codebase, follows our CLAUDE.md conventions, and — with skills — behaves like a real teammate.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Claude + the Coffee 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WHY CUSTOM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prompts give generic output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4389120"/>
          </a:xfrm>
          <a:prstGeom prst="rect">
            <a:avLst/>
          </a:prstGeom>
          <a:solidFill>
            <a:srgbClr val="EEE6D7"/>
          </a:solidFill>
          <a:ln w="12700">
            <a:solidFill>
              <a:srgbClr val="EE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without context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voice across pages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Re-explaining our design system every session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jargon showing up on surface pages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lives in our heads, not the repo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303520" cy="4389120"/>
          </a:xfrm>
          <a:prstGeom prst="rect">
            <a:avLst/>
          </a:prstGeom>
          <a:solidFill>
            <a:srgbClr val="C8DCC9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Skills: context, in the repo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0" y="32004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 in .claude/skills/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by keywords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voice, rules, and handoffs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reviewable, shareable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Claude + the Coffee 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specialists, each with their own SKILL.md in .claude/skills/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5780" y="205740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2057400"/>
            <a:ext cx="109728" cy="2103120"/>
          </a:xfrm>
          <a:prstGeom prst="rect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" y="2468880"/>
            <a:ext cx="822960" cy="822960"/>
          </a:xfrm>
          <a:prstGeom prst="ellipse">
            <a:avLst/>
          </a:prstGeom>
          <a:solidFill>
            <a:srgbClr val="E8C9A9"/>
          </a:solidFill>
          <a:ln w="12700">
            <a:solidFill>
              <a:srgbClr val="E8C9A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651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43100" y="2441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copywriter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4310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voice of the app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37260" y="3383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curious, anti-jargon. Owns every word a user reads — headlines, CTAs, empty states, flavor notes.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40780" y="205740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40780" y="2057400"/>
            <a:ext cx="109728" cy="2103120"/>
          </a:xfrm>
          <a:prstGeom prst="rect">
            <a:avLst/>
          </a:prstGeom>
          <a:solidFill>
            <a:srgbClr val="7FA683"/>
          </a:solidFill>
          <a:ln w="12700">
            <a:solidFill>
              <a:srgbClr val="7FA68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52260" y="2468880"/>
            <a:ext cx="822960" cy="822960"/>
          </a:xfrm>
          <a:prstGeom prst="ellipse">
            <a:avLst/>
          </a:prstGeom>
          <a:solidFill>
            <a:srgbClr val="C8DCC9"/>
          </a:solidFill>
          <a:ln w="12700">
            <a:solidFill>
              <a:srgbClr val="C8DCC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26517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58100" y="2441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65810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decisions, on-system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652260" y="3383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our Tailwind tokens. Picks colors, spacing, responsive behavior — reuses patterns, never invents.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25780" y="443484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25780" y="4434840"/>
            <a:ext cx="109728" cy="2103120"/>
          </a:xfrm>
          <a:prstGeom prst="rect">
            <a:avLst/>
          </a:prstGeom>
          <a:solidFill>
            <a:srgbClr val="3B2A1F"/>
          </a:solidFill>
          <a:ln w="12700">
            <a:solidFill>
              <a:srgbClr val="3B2A1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37260" y="4846320"/>
            <a:ext cx="822960" cy="822960"/>
          </a:xfrm>
          <a:prstGeom prst="ellipse">
            <a:avLst/>
          </a:prstGeom>
          <a:solidFill>
            <a:srgbClr val="EEE6D7"/>
          </a:solidFill>
          <a:ln w="12700">
            <a:solidFill>
              <a:srgbClr val="EEE6D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50292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43100" y="4818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943100" y="5074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+ product brain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937260" y="5760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grading, origins, processing, plus competitive analysis and dataset spelunking across our 1,338 beans.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240780" y="443484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40780" y="4434840"/>
            <a:ext cx="109728" cy="2103120"/>
          </a:xfrm>
          <a:prstGeom prst="rect">
            <a:avLst/>
          </a:prstGeom>
          <a:solidFill>
            <a:srgbClr val="8B6B5C"/>
          </a:solidFill>
          <a:ln w="12700">
            <a:solidFill>
              <a:srgbClr val="8B6B5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52260" y="4846320"/>
            <a:ext cx="822960" cy="822960"/>
          </a:xfrm>
          <a:prstGeom prst="ellipse">
            <a:avLst/>
          </a:prstGeom>
          <a:solidFill>
            <a:srgbClr val="B79F91"/>
          </a:solidFill>
          <a:ln w="12700">
            <a:solidFill>
              <a:srgbClr val="B79F9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502920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658100" y="4818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qa-reviewer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658100" y="5074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quality gate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6652260" y="5760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conventions, a11y, responsive, and tone drift. Coordinates fixes — routes work back to the right skill.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Claude + the Coffee App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ANATOMY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a SKILL.md 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309360" cy="4297680"/>
          </a:xfrm>
          <a:prstGeom prst="rect">
            <a:avLst/>
          </a:prstGeom>
          <a:solidFill>
            <a:srgbClr val="3B2A1F"/>
          </a:solidFill>
          <a:ln w="12700">
            <a:solidFill>
              <a:srgbClr val="3B2A1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6309360" cy="411480"/>
          </a:xfrm>
          <a:prstGeom prst="rect">
            <a:avLst/>
          </a:prstGeom>
          <a:solidFill>
            <a:srgbClr val="5C4636"/>
          </a:solidFill>
          <a:ln w="12700">
            <a:solidFill>
              <a:srgbClr val="5C46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933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933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.claude/skills/copywriter/SKILL.md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57607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B79F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FA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7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copywriter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FA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C9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and edit all user-facing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C9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copy for the coffee app...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C9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on: copy, text, wording,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C9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headline, CTA, empty state..."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B79F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Copywriter — Coffee App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B79F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the voice of the app...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C9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Before writing anything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7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Read references/brand-voice.md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7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Match jargon level to page depth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7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Check flavor_taxonomy.json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0" y="1965960"/>
            <a:ext cx="73152" cy="1280160"/>
          </a:xfrm>
          <a:prstGeom prst="rect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1965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43800" y="2240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+ description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543800" y="26517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doubles as the trigger — Claude activates the skill when your request matches these keywords.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0" y="3429000"/>
            <a:ext cx="73152" cy="1280160"/>
          </a:xfrm>
          <a:prstGeom prst="rect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34290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43800" y="37033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 body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543800" y="41148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rules, checklists, do/don't lists, output format. The same guidance we'd give a new hire.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0" y="4892040"/>
            <a:ext cx="73152" cy="1280160"/>
          </a:xfrm>
          <a:prstGeom prst="rect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4892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43800" y="51663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 files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543800" y="55778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can point to other docs — e.g. references/brand-voice.md — loaded only when needed.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Claude + the Coffee App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they work together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request flows through the team — each skill owns one handoff.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5780" y="228600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2286000"/>
            <a:ext cx="2468880" cy="137160"/>
          </a:xfrm>
          <a:prstGeom prst="rect">
            <a:avLst/>
          </a:prstGeom>
          <a:solidFill>
            <a:srgbClr val="3B2A1F"/>
          </a:solidFill>
          <a:ln w="12700">
            <a:solidFill>
              <a:srgbClr val="3B2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8740" y="2697480"/>
            <a:ext cx="822960" cy="822960"/>
          </a:xfrm>
          <a:prstGeom prst="ellipse">
            <a:avLst/>
          </a:prstGeom>
          <a:solidFill>
            <a:srgbClr val="EEE6D7"/>
          </a:solidFill>
          <a:ln w="12700">
            <a:solidFill>
              <a:srgbClr val="EEE6D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2880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866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there? What do competitors do?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rot="5400000">
            <a:off x="3040380" y="3355848"/>
            <a:ext cx="256032" cy="237744"/>
          </a:xfrm>
          <a:prstGeom prst="rtTriangle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6140" y="228600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06140" y="2286000"/>
            <a:ext cx="2468880" cy="137160"/>
          </a:xfrm>
          <a:prstGeom prst="rect">
            <a:avLst/>
          </a:prstGeom>
          <a:solidFill>
            <a:srgbClr val="7FA683"/>
          </a:solidFill>
          <a:ln w="12700">
            <a:solidFill>
              <a:srgbClr val="7FA68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29100" y="2697480"/>
            <a:ext cx="822960" cy="822960"/>
          </a:xfrm>
          <a:prstGeom prst="ellipse">
            <a:avLst/>
          </a:prstGeom>
          <a:solidFill>
            <a:srgbClr val="C8DCC9"/>
          </a:solidFill>
          <a:ln w="12700">
            <a:solidFill>
              <a:srgbClr val="C8DCC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8803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0614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A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8902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Component, layout, tokens, responsive.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 rot="5400000">
            <a:off x="5920740" y="3355848"/>
            <a:ext cx="256032" cy="237744"/>
          </a:xfrm>
          <a:prstGeom prst="rtTriangle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86500" y="228600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86500" y="2286000"/>
            <a:ext cx="2468880" cy="137160"/>
          </a:xfrm>
          <a:prstGeom prst="rect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109460" y="2697480"/>
            <a:ext cx="822960" cy="822960"/>
          </a:xfrm>
          <a:prstGeom prst="ellipse">
            <a:avLst/>
          </a:prstGeom>
          <a:solidFill>
            <a:srgbClr val="E8C9A9"/>
          </a:solidFill>
          <a:ln w="12700">
            <a:solidFill>
              <a:srgbClr val="E8C9A9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88036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8650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8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copywriter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693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Headlines, body, empty states, CTAs.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 rot="5400000">
            <a:off x="8801100" y="3355848"/>
            <a:ext cx="256032" cy="237744"/>
          </a:xfrm>
          <a:prstGeom prst="rtTriangle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66860" y="228600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166860" y="2286000"/>
            <a:ext cx="2468880" cy="137160"/>
          </a:xfrm>
          <a:prstGeom prst="rect">
            <a:avLst/>
          </a:prstGeom>
          <a:solidFill>
            <a:srgbClr val="8B6B5C"/>
          </a:solidFill>
          <a:ln w="12700">
            <a:solidFill>
              <a:srgbClr val="8B6B5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989820" y="2697480"/>
            <a:ext cx="822960" cy="822960"/>
          </a:xfrm>
          <a:prstGeom prst="ellipse">
            <a:avLst/>
          </a:prstGeom>
          <a:solidFill>
            <a:srgbClr val="B79F91"/>
          </a:solidFill>
          <a:ln w="12700">
            <a:solidFill>
              <a:srgbClr val="B79F9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288036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6686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qa-reviewer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34974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Accessibility, conventions, tone drift.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solidFill>
            <a:srgbClr val="EEE6D7"/>
          </a:solidFill>
          <a:ln w="12700">
            <a:solidFill>
              <a:srgbClr val="EEE6D7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349240"/>
            <a:ext cx="548640" cy="5486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920240" y="52578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doesn't fix everything itself — it routes each finding back to the right skill. Designer owns design debt; copywriter owns tone drift.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Claude + the Coffee App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37160" cy="731520"/>
          </a:xfrm>
          <a:prstGeom prst="rect">
            <a:avLst/>
          </a:prstGeom>
          <a:solidFill>
            <a:srgbClr val="C98A5B"/>
          </a:solidFill>
          <a:ln w="12700">
            <a:solidFill>
              <a:srgbClr val="C98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learned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knowledge → infrastructure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3337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brand voice, design tokens, and coffee expertise now live in the repo, not in Slack threads.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2926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Triggers are the magic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3337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field doubles as the activation phrase. Good triggers = the right skill shows up without being asked.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cross-reference each other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5029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routes copy issues to copywriter. Designer flags text for copywriter. They're a team, not silos.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a user-research skill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0" y="5029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have session notes in the repo, we can add a skill that turns raw interviews into structured insights.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9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 Let's talk.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+ the Coffee App</dc:title>
  <dc:subject>PptxGenJS Presentation</dc:subject>
  <dc:creator>Emily Neuhoff</dc:creator>
  <cp:lastModifiedBy>Emily Neuhoff</cp:lastModifiedBy>
  <cp:revision>1</cp:revision>
  <dcterms:created xsi:type="dcterms:W3CDTF">2026-04-17T16:41:46Z</dcterms:created>
  <dcterms:modified xsi:type="dcterms:W3CDTF">2026-04-17T16:41:46Z</dcterms:modified>
</cp:coreProperties>
</file>