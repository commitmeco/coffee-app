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☕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with Claude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precise implementation — a real UX case study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743200" cy="36576"/>
          </a:xfrm>
          <a:prstGeom prst="rect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Diary Feature ·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Emily's Original Branch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303520" cy="2011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32688"/>
            <a:ext cx="82296" cy="82296"/>
          </a:xfrm>
          <a:prstGeom prst="ellipse">
            <a:avLst/>
          </a:prstGeom>
          <a:solidFill>
            <a:srgbClr val="CC5B5B"/>
          </a:solidFill>
          <a:ln w="12700">
            <a:solidFill>
              <a:srgbClr val="CC5B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932688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932688"/>
            <a:ext cx="82296" cy="82296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pic>
        <p:nvPicPr>
          <p:cNvPr id="10" name="Image 0" descr="/tmp/ppt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5303520" cy="32735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0" y="868680"/>
            <a:ext cx="2971800" cy="347472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1508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 pills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35040" y="1801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/ Loved / Tried / Want to Try)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20939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23865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card grid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35040" y="2679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29718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intentional,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0" y="3264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0040" y="4480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emily-edits branch · commit bb7dc9d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Discussion → Feature Request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3291840" cy="2926080"/>
          </a:xfrm>
          <a:prstGeom prst="rect">
            <a:avLst/>
          </a:prstGeom>
          <a:solidFill>
            <a:srgbClr val="3D2318"/>
          </a:solidFill>
          <a:ln w="19050">
            <a:solidFill>
              <a:srgbClr val="C481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143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your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come from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291840" cy="2926080"/>
          </a:xfrm>
          <a:prstGeom prst="rect">
            <a:avLst/>
          </a:prstGeom>
          <a:solidFill>
            <a:srgbClr val="3D2318"/>
          </a:solidFill>
          <a:ln w="19050">
            <a:solidFill>
              <a:srgbClr val="C481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43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beans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"Add map and ranking views to the diary."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Implements —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852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852160" cy="2011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32688"/>
            <a:ext cx="82296" cy="82296"/>
          </a:xfrm>
          <a:prstGeom prst="ellipse">
            <a:avLst/>
          </a:prstGeom>
          <a:solidFill>
            <a:srgbClr val="CC5B5B"/>
          </a:solidFill>
          <a:ln w="12700">
            <a:solidFill>
              <a:srgbClr val="CC5B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932688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932688"/>
            <a:ext cx="82296" cy="82296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pic>
        <p:nvPicPr>
          <p:cNvPr id="10" name="Image 0" descr="/tmp/ppt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5852160" cy="34564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868680"/>
            <a:ext cx="2423160" cy="1097280"/>
          </a:xfrm>
          <a:prstGeom prst="rect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005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Minutes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4922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Ranking added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2148840"/>
            <a:ext cx="2423160" cy="23774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8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2697480"/>
            <a:ext cx="109728" cy="109728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view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92240" y="3200400"/>
            <a:ext cx="109728" cy="109728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92240" y="3703320"/>
            <a:ext cx="109728" cy="109728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toggle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Wrong Placement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852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852160" cy="2011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32688"/>
            <a:ext cx="82296" cy="82296"/>
          </a:xfrm>
          <a:prstGeom prst="ellipse">
            <a:avLst/>
          </a:prstGeom>
          <a:solidFill>
            <a:srgbClr val="CC5B5B"/>
          </a:solidFill>
          <a:ln w="12700">
            <a:solidFill>
              <a:srgbClr val="CC5B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932688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932688"/>
            <a:ext cx="82296" cy="82296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pic>
        <p:nvPicPr>
          <p:cNvPr id="10" name="Image 0" descr="/tmp/ppt_wrong_pla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5852160" cy="29992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0" y="1417320"/>
            <a:ext cx="2011680" cy="457200"/>
          </a:xfrm>
          <a:prstGeom prst="rect">
            <a:avLst/>
          </a:prstGeom>
          <a:solidFill>
            <a:srgbClr val="B85042">
              <a:alpha val="80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60520" y="1463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Ranking here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4206240"/>
            <a:ext cx="5852160" cy="6858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251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ranking pill shouldn't appear when in tabs other than ranking.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should be a pill button, not a separate section."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55080" y="868680"/>
            <a:ext cx="2468880" cy="3200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92240" y="146304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appears even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Cards &amp; Map views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180136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213969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feels like 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mode, not a filter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247802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281635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grouping 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with pills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Iterations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1A0F09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pill to left row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moved into the filter pill group — but still toggled incorrectly. Active state showed alongside a status filter at the same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1A0F09"/>
          </a:solidFill>
          <a:ln w="25400">
            <a:solidFill>
              <a:srgbClr val="C481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457200" cy="457200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 two states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statusFilter and viewMode were two independent state variables with no awareness of each other. Selecting Ranking changed viewMode but left statusFilter still highlighted.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1A0F09"/>
          </a:solidFill>
          <a:ln w="25400">
            <a:solidFill>
              <a:srgbClr val="7A8B6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97280"/>
            <a:ext cx="457200" cy="457200"/>
          </a:xfrm>
          <a:prstGeom prst="ellipse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 found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DiaryRankingView.tsx was a completely separate component, disconnected from filter state in DiaryView.tsx. Two parallel systems. Understanding the structure was the unlock.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fix revealed a new layer — until the architecture was understood.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Figma MCP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120640" cy="2011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32688"/>
            <a:ext cx="82296" cy="82296"/>
          </a:xfrm>
          <a:prstGeom prst="ellipse">
            <a:avLst/>
          </a:prstGeom>
          <a:solidFill>
            <a:srgbClr val="CC5B5B"/>
          </a:solidFill>
          <a:ln w="12700">
            <a:solidFill>
              <a:srgbClr val="CC5B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932688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932688"/>
            <a:ext cx="82296" cy="82296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pic>
        <p:nvPicPr>
          <p:cNvPr id="10" name="Image 0" descr="/tmp/diary_with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5120640" cy="33649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23560" y="868680"/>
            <a:ext cx="3200400" cy="356616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0644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806440" y="1508760"/>
            <a:ext cx="274320" cy="274320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1527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in Figma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6440" y="2148840"/>
            <a:ext cx="274320" cy="274320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72200" y="2167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 until it looks right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06440" y="2788920"/>
            <a:ext cx="274320" cy="274320"/>
          </a:xfrm>
          <a:prstGeom prst="ellipse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72200" y="2807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Figma → codes it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06440" y="3429000"/>
            <a:ext cx="274320" cy="274320"/>
          </a:xfrm>
          <a:prstGeom prst="ellipse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72200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Precise. One round.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Instead of describing the design in words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Claude something concrete to build from.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Updated Version — Precise Control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852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852160" cy="2011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32688"/>
            <a:ext cx="82296" cy="82296"/>
          </a:xfrm>
          <a:prstGeom prst="ellipse">
            <a:avLst/>
          </a:prstGeom>
          <a:solidFill>
            <a:srgbClr val="CC5B5B"/>
          </a:solidFill>
          <a:ln w="12700">
            <a:solidFill>
              <a:srgbClr val="CC5B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932688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932688"/>
            <a:ext cx="82296" cy="82296"/>
          </a:xfrm>
          <a:prstGeom prst="ellipse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pic>
        <p:nvPicPr>
          <p:cNvPr id="10" name="Image 0" descr="/tmp/ppt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5852160" cy="33649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868680"/>
            <a:ext cx="2468880" cy="356616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92240" y="1463040"/>
            <a:ext cx="54864" cy="457200"/>
          </a:xfrm>
          <a:prstGeom prst="rect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63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pills one group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+ Ranking)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2130552"/>
            <a:ext cx="54864" cy="457200"/>
          </a:xfrm>
          <a:prstGeom prst="rect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21305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any pill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deselects the others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2798064"/>
            <a:ext cx="54864" cy="457200"/>
          </a:xfrm>
          <a:prstGeom prst="rect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279806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Cards/Map toggle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separately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92240" y="3465576"/>
            <a:ext cx="54864" cy="457200"/>
          </a:xfrm>
          <a:prstGeom prst="rect">
            <a:avLst/>
          </a:prstGeom>
          <a:solidFill>
            <a:srgbClr val="7A8B6F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346557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view only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when active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813D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783080"/>
          </a:xfrm>
          <a:prstGeom prst="rect">
            <a:avLst/>
          </a:prstGeom>
          <a:solidFill>
            <a:srgbClr val="3D2318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Claude is fast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ideas into working prototypes in minutes. That speed is real and valuable.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960120"/>
            <a:ext cx="2651760" cy="1783080"/>
          </a:xfrm>
          <a:prstGeom prst="rect">
            <a:avLst/>
          </a:prstGeom>
          <a:solidFill>
            <a:srgbClr val="1A0F09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Precision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 exactly what you ask — including the wrong thing. Ambiguous requests produce unexpected results.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651760" cy="1783080"/>
          </a:xfrm>
          <a:prstGeom prst="rect">
            <a:avLst/>
          </a:prstGeom>
          <a:solidFill>
            <a:srgbClr val="3D2318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Figma MCP closes the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words aren't enough, Figma gives Claude something concrete to build from — and you something concrete to edit.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3017520"/>
            <a:ext cx="2651760" cy="1783080"/>
          </a:xfrm>
          <a:prstGeom prst="rect">
            <a:avLst/>
          </a:prstGeom>
          <a:solidFill>
            <a:srgbClr val="1A0F09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🧩 Understand the 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components relate helps you diagnose faster. You don't have to write code, but architecture matters.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017520"/>
            <a:ext cx="2651760" cy="1783080"/>
          </a:xfrm>
          <a:prstGeom prst="rect">
            <a:avLst/>
          </a:prstGeom>
          <a:solidFill>
            <a:srgbClr val="3D2318"/>
          </a:solidFill>
          <a:ln w="12700">
            <a:solidFill>
              <a:srgbClr val="C48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8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 Standardization helps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patterns, component conventions, and developer-authored skills reduce back-and-forth significantly.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with Claude Code</dc:title>
  <dc:subject>PptxGenJS Presentation</dc:subject>
  <dc:creator>PptxGenJS</dc:creator>
  <cp:lastModifiedBy>PptxGenJS</cp:lastModifiedBy>
  <cp:revision>1</cp:revision>
  <dcterms:created xsi:type="dcterms:W3CDTF">2026-04-28T23:39:15Z</dcterms:created>
  <dcterms:modified xsi:type="dcterms:W3CDTF">2026-04-28T23:39:15Z</dcterms:modified>
</cp:coreProperties>
</file>